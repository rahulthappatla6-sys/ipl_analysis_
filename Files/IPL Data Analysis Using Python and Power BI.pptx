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kumar Radapaka" userId="1901a21a827342a7" providerId="LiveId" clId="{7A352F4B-E395-4C70-9F34-DE88D816A847}"/>
    <pc:docChg chg="modSld">
      <pc:chgData name="Akshaykumar Radapaka" userId="1901a21a827342a7" providerId="LiveId" clId="{7A352F4B-E395-4C70-9F34-DE88D816A847}" dt="2026-10-01T19:33:07.563" v="19" actId="207"/>
      <pc:docMkLst>
        <pc:docMk/>
      </pc:docMkLst>
      <pc:sldChg chg="modSp mod">
        <pc:chgData name="Akshaykumar Radapaka" userId="1901a21a827342a7" providerId="LiveId" clId="{7A352F4B-E395-4C70-9F34-DE88D816A847}" dt="2026-10-01T19:30:16.830" v="1" actId="207"/>
        <pc:sldMkLst>
          <pc:docMk/>
          <pc:sldMk cId="2277210935" sldId="257"/>
        </pc:sldMkLst>
        <pc:spChg chg="mod">
          <ac:chgData name="Akshaykumar Radapaka" userId="1901a21a827342a7" providerId="LiveId" clId="{7A352F4B-E395-4C70-9F34-DE88D816A847}" dt="2026-10-01T19:30:16.830" v="1" actId="207"/>
          <ac:spMkLst>
            <pc:docMk/>
            <pc:sldMk cId="2277210935" sldId="257"/>
            <ac:spMk id="2" creationId="{765BC23A-5A79-03D3-3C26-FCC9A5B91F07}"/>
          </ac:spMkLst>
        </pc:spChg>
      </pc:sldChg>
      <pc:sldChg chg="modSp mod">
        <pc:chgData name="Akshaykumar Radapaka" userId="1901a21a827342a7" providerId="LiveId" clId="{7A352F4B-E395-4C70-9F34-DE88D816A847}" dt="2026-10-01T19:30:29.431" v="2" actId="207"/>
        <pc:sldMkLst>
          <pc:docMk/>
          <pc:sldMk cId="1038209187" sldId="258"/>
        </pc:sldMkLst>
        <pc:spChg chg="mod">
          <ac:chgData name="Akshaykumar Radapaka" userId="1901a21a827342a7" providerId="LiveId" clId="{7A352F4B-E395-4C70-9F34-DE88D816A847}" dt="2026-10-01T19:30:29.431" v="2" actId="207"/>
          <ac:spMkLst>
            <pc:docMk/>
            <pc:sldMk cId="1038209187" sldId="258"/>
            <ac:spMk id="2" creationId="{FE8EBC20-5FC1-7967-4AB1-6DB33A8CD8F5}"/>
          </ac:spMkLst>
        </pc:spChg>
      </pc:sldChg>
      <pc:sldChg chg="modSp mod">
        <pc:chgData name="Akshaykumar Radapaka" userId="1901a21a827342a7" providerId="LiveId" clId="{7A352F4B-E395-4C70-9F34-DE88D816A847}" dt="2026-10-01T19:30:52.160" v="3" actId="207"/>
        <pc:sldMkLst>
          <pc:docMk/>
          <pc:sldMk cId="2928125208" sldId="259"/>
        </pc:sldMkLst>
        <pc:spChg chg="mod">
          <ac:chgData name="Akshaykumar Radapaka" userId="1901a21a827342a7" providerId="LiveId" clId="{7A352F4B-E395-4C70-9F34-DE88D816A847}" dt="2026-10-01T19:30:52.160" v="3" actId="207"/>
          <ac:spMkLst>
            <pc:docMk/>
            <pc:sldMk cId="2928125208" sldId="259"/>
            <ac:spMk id="2" creationId="{42A67E32-B359-53EB-5F70-8BBB386E6873}"/>
          </ac:spMkLst>
        </pc:spChg>
      </pc:sldChg>
      <pc:sldChg chg="modSp mod">
        <pc:chgData name="Akshaykumar Radapaka" userId="1901a21a827342a7" providerId="LiveId" clId="{7A352F4B-E395-4C70-9F34-DE88D816A847}" dt="2026-10-01T19:31:12.414" v="6" actId="207"/>
        <pc:sldMkLst>
          <pc:docMk/>
          <pc:sldMk cId="931058504" sldId="260"/>
        </pc:sldMkLst>
        <pc:spChg chg="mod">
          <ac:chgData name="Akshaykumar Radapaka" userId="1901a21a827342a7" providerId="LiveId" clId="{7A352F4B-E395-4C70-9F34-DE88D816A847}" dt="2026-10-01T19:31:12.414" v="6" actId="207"/>
          <ac:spMkLst>
            <pc:docMk/>
            <pc:sldMk cId="931058504" sldId="260"/>
            <ac:spMk id="2" creationId="{CBD523A3-7C79-69E7-7779-E2165ED83E28}"/>
          </ac:spMkLst>
        </pc:spChg>
      </pc:sldChg>
      <pc:sldChg chg="modSp mod">
        <pc:chgData name="Akshaykumar Radapaka" userId="1901a21a827342a7" providerId="LiveId" clId="{7A352F4B-E395-4C70-9F34-DE88D816A847}" dt="2026-10-01T19:31:30.702" v="7" actId="207"/>
        <pc:sldMkLst>
          <pc:docMk/>
          <pc:sldMk cId="570895890" sldId="261"/>
        </pc:sldMkLst>
        <pc:spChg chg="mod">
          <ac:chgData name="Akshaykumar Radapaka" userId="1901a21a827342a7" providerId="LiveId" clId="{7A352F4B-E395-4C70-9F34-DE88D816A847}" dt="2026-10-01T19:31:30.702" v="7" actId="207"/>
          <ac:spMkLst>
            <pc:docMk/>
            <pc:sldMk cId="570895890" sldId="261"/>
            <ac:spMk id="2" creationId="{7E2A8A63-F980-F343-8870-72D63D1F194D}"/>
          </ac:spMkLst>
        </pc:spChg>
      </pc:sldChg>
      <pc:sldChg chg="modSp mod">
        <pc:chgData name="Akshaykumar Radapaka" userId="1901a21a827342a7" providerId="LiveId" clId="{7A352F4B-E395-4C70-9F34-DE88D816A847}" dt="2026-10-01T19:31:50.484" v="8" actId="207"/>
        <pc:sldMkLst>
          <pc:docMk/>
          <pc:sldMk cId="2730092198" sldId="262"/>
        </pc:sldMkLst>
        <pc:spChg chg="mod">
          <ac:chgData name="Akshaykumar Radapaka" userId="1901a21a827342a7" providerId="LiveId" clId="{7A352F4B-E395-4C70-9F34-DE88D816A847}" dt="2026-10-01T19:31:50.484" v="8" actId="207"/>
          <ac:spMkLst>
            <pc:docMk/>
            <pc:sldMk cId="2730092198" sldId="262"/>
            <ac:spMk id="2" creationId="{C7392DA8-2A7D-107B-4956-FFDD2FA008F8}"/>
          </ac:spMkLst>
        </pc:spChg>
      </pc:sldChg>
      <pc:sldChg chg="modSp mod">
        <pc:chgData name="Akshaykumar Radapaka" userId="1901a21a827342a7" providerId="LiveId" clId="{7A352F4B-E395-4C70-9F34-DE88D816A847}" dt="2026-10-01T19:31:59.330" v="9" actId="207"/>
        <pc:sldMkLst>
          <pc:docMk/>
          <pc:sldMk cId="222981582" sldId="263"/>
        </pc:sldMkLst>
        <pc:spChg chg="mod">
          <ac:chgData name="Akshaykumar Radapaka" userId="1901a21a827342a7" providerId="LiveId" clId="{7A352F4B-E395-4C70-9F34-DE88D816A847}" dt="2026-10-01T19:31:59.330" v="9" actId="207"/>
          <ac:spMkLst>
            <pc:docMk/>
            <pc:sldMk cId="222981582" sldId="263"/>
            <ac:spMk id="2" creationId="{2C6F7C36-1145-2B99-0C1F-3C5182A55885}"/>
          </ac:spMkLst>
        </pc:spChg>
      </pc:sldChg>
      <pc:sldChg chg="modSp mod">
        <pc:chgData name="Akshaykumar Radapaka" userId="1901a21a827342a7" providerId="LiveId" clId="{7A352F4B-E395-4C70-9F34-DE88D816A847}" dt="2026-10-01T19:32:28.384" v="14" actId="113"/>
        <pc:sldMkLst>
          <pc:docMk/>
          <pc:sldMk cId="3340597153" sldId="264"/>
        </pc:sldMkLst>
        <pc:spChg chg="mod">
          <ac:chgData name="Akshaykumar Radapaka" userId="1901a21a827342a7" providerId="LiveId" clId="{7A352F4B-E395-4C70-9F34-DE88D816A847}" dt="2026-10-01T19:32:08.742" v="10" actId="207"/>
          <ac:spMkLst>
            <pc:docMk/>
            <pc:sldMk cId="3340597153" sldId="264"/>
            <ac:spMk id="2" creationId="{F134BBEC-B66F-37CB-A5C5-5B42376085B8}"/>
          </ac:spMkLst>
        </pc:spChg>
        <pc:spChg chg="mod">
          <ac:chgData name="Akshaykumar Radapaka" userId="1901a21a827342a7" providerId="LiveId" clId="{7A352F4B-E395-4C70-9F34-DE88D816A847}" dt="2026-10-01T19:32:28.384" v="14" actId="113"/>
          <ac:spMkLst>
            <pc:docMk/>
            <pc:sldMk cId="3340597153" sldId="264"/>
            <ac:spMk id="3" creationId="{9D99C3FF-EB30-6168-AFF9-1341FC3F95C0}"/>
          </ac:spMkLst>
        </pc:spChg>
        <pc:spChg chg="mod">
          <ac:chgData name="Akshaykumar Radapaka" userId="1901a21a827342a7" providerId="LiveId" clId="{7A352F4B-E395-4C70-9F34-DE88D816A847}" dt="2026-10-01T19:32:23.154" v="13" actId="113"/>
          <ac:spMkLst>
            <pc:docMk/>
            <pc:sldMk cId="3340597153" sldId="264"/>
            <ac:spMk id="8" creationId="{7E4DE30C-129C-1493-1D9F-6829CF8ABE3E}"/>
          </ac:spMkLst>
        </pc:spChg>
      </pc:sldChg>
      <pc:sldChg chg="modSp mod">
        <pc:chgData name="Akshaykumar Radapaka" userId="1901a21a827342a7" providerId="LiveId" clId="{7A352F4B-E395-4C70-9F34-DE88D816A847}" dt="2026-10-01T19:32:48.410" v="16" actId="207"/>
        <pc:sldMkLst>
          <pc:docMk/>
          <pc:sldMk cId="1716188374" sldId="265"/>
        </pc:sldMkLst>
        <pc:spChg chg="mod">
          <ac:chgData name="Akshaykumar Radapaka" userId="1901a21a827342a7" providerId="LiveId" clId="{7A352F4B-E395-4C70-9F34-DE88D816A847}" dt="2026-10-01T19:32:48.410" v="16" actId="207"/>
          <ac:spMkLst>
            <pc:docMk/>
            <pc:sldMk cId="1716188374" sldId="265"/>
            <ac:spMk id="2" creationId="{9AC330D1-1F52-9DCD-D041-6D9F330352B5}"/>
          </ac:spMkLst>
        </pc:spChg>
      </pc:sldChg>
      <pc:sldChg chg="modSp mod">
        <pc:chgData name="Akshaykumar Radapaka" userId="1901a21a827342a7" providerId="LiveId" clId="{7A352F4B-E395-4C70-9F34-DE88D816A847}" dt="2026-10-01T19:32:56.585" v="18" actId="207"/>
        <pc:sldMkLst>
          <pc:docMk/>
          <pc:sldMk cId="769603409" sldId="266"/>
        </pc:sldMkLst>
        <pc:spChg chg="mod">
          <ac:chgData name="Akshaykumar Radapaka" userId="1901a21a827342a7" providerId="LiveId" clId="{7A352F4B-E395-4C70-9F34-DE88D816A847}" dt="2026-10-01T19:32:56.585" v="18" actId="207"/>
          <ac:spMkLst>
            <pc:docMk/>
            <pc:sldMk cId="769603409" sldId="266"/>
            <ac:spMk id="2" creationId="{932AE517-C789-2C8C-948D-18D53DC33585}"/>
          </ac:spMkLst>
        </pc:spChg>
      </pc:sldChg>
      <pc:sldChg chg="modSp mod">
        <pc:chgData name="Akshaykumar Radapaka" userId="1901a21a827342a7" providerId="LiveId" clId="{7A352F4B-E395-4C70-9F34-DE88D816A847}" dt="2026-10-01T19:33:07.563" v="19" actId="207"/>
        <pc:sldMkLst>
          <pc:docMk/>
          <pc:sldMk cId="2511458517" sldId="267"/>
        </pc:sldMkLst>
        <pc:spChg chg="mod">
          <ac:chgData name="Akshaykumar Radapaka" userId="1901a21a827342a7" providerId="LiveId" clId="{7A352F4B-E395-4C70-9F34-DE88D816A847}" dt="2026-10-01T19:33:07.563" v="19" actId="207"/>
          <ac:spMkLst>
            <pc:docMk/>
            <pc:sldMk cId="2511458517" sldId="267"/>
            <ac:spMk id="2" creationId="{03F4F7EA-B201-9591-67BF-F4C3D3087A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95A0-9DB2-DEB7-0E15-E7DEC6956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37B11-B31C-285F-47E4-4D56C6DAC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5930-BEFB-D098-EB0A-3053B4C7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9581-43CC-FC44-E4AC-15ED4711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77AA-EBAB-56C8-D391-1A08E8F8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58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EB2E-18A6-A306-5FCE-D0489D4F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63B9D-7BD6-8D7A-D88D-29330276A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D51A6-E41A-E51B-76AA-CD49DF74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5CB89-3007-DE98-6093-BE9CF7EB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15BD-4DED-1A20-36B2-EA79215A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56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3E46-1CC6-AADD-869B-7E607646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DEA78-850F-0841-ECBF-EADEF30D4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19F0B-D979-A92D-2A06-76EB643A1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9E7DF-9029-F45F-E212-48AB87AB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0D97F-8741-8120-8455-91788DE3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528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B7F6-9048-C091-8A38-B4E8F6C5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7B3CF-48B9-9A4D-01D1-E46500F68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9AF8-42EC-D3F4-4E0F-BC28BBD54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435E0-E953-6611-DF0A-BBF50C7F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F3F83-39AF-AA20-0AB5-3BF144EF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87707-EFBC-5004-3686-AC032CBF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6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E63D-0F0B-1127-E3E0-FE9D5D5C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1644F-E1E3-BCA1-9517-30646EBE3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864A9-C930-9B56-422D-AA27E7454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1E2A4D-58C8-1461-EFCA-B1B736B53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7BCD1-CE62-D33E-85BE-7A59DBC16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A686C-F003-9794-EEAB-C1223E63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10A457-D00E-652A-8258-9EC0CF35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68E3F2-0B6A-06D3-B71F-F4D59C2F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72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8CBF-CA39-5F10-F117-D3C2331E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30C53-2BFE-C1D2-B356-6533E739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22BEF-8557-74FA-2E2E-DB629111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CAB34-525C-52BF-2717-43691B65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8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8037C-578F-D2B5-DF1C-D9C1532F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6DAD1-E75D-0763-9D1C-F5DA2F8B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E00A7-15C8-F220-6E67-4B61C27B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49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487F-3E7C-2000-5D26-614C7F02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9A11-6D45-FC9A-F296-452AA3BEA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36FDF-D00C-2A1E-31DF-85F6A6724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F691E-BA4F-A2A7-7416-E1465FAD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2012A-78EE-FB18-62FA-0B3D936D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20961-6858-0268-58EB-5B113471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8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2B7F-92E7-263F-6D62-3B262E43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E41BC-EA12-0E31-90E0-1CC76C613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0CC01-3014-C625-2D64-BDC18F977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FE8A3-19BF-B7D2-A3B5-FA2FD471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973FF-4CFA-7B5E-27D5-783D9828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71DFB-8FD2-32DE-B8B1-F3467549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76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7B47-7DE7-A512-4C41-B9180513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447B4-571B-907F-E4F0-89EBD8D7C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C61D3-2F1D-5812-BF83-9E3D30E5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82EF9-768F-C212-E140-A9ED0FAB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B2CC6-B3E1-92E7-EB00-F40B4298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15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C3F02-E6BB-1EA0-8B1B-42CE32EEA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3AC2E-0CC7-DA18-7CAE-D6948C28F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78AAB-EF27-1690-4C06-30DCB4054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ECD93-4A6D-2902-2AC5-57464E75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6E02-4136-EE9E-6ACA-C622701B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28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10C996-2FED-4F5A-0986-28D804C4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C7A42-DCE9-04F9-8053-3E065603D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331A9-ACCF-BDF3-24B4-153DF6308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CAE03-7E1D-4E24-B43D-FBB7A8B320B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53376-3172-CDC3-CCAA-862949116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3B93B-FE48-B364-0C7A-5224A8BAA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0A9F7-7D1A-4E29-94BE-5EC03C01AA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44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E3BE-3A0C-E425-26AD-97024D15E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IPL Data Analysis Using Python and Power BI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4144D-B100-A44E-2AFF-63A30EAED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Submitted By:</a:t>
            </a:r>
          </a:p>
          <a:p>
            <a:r>
              <a:rPr lang="en-US" b="1" dirty="0"/>
              <a:t>AKSHAY KUMAR RADAPAKA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31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BC23A-5A79-03D3-3C26-FCC9A5B91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32579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85B01-8375-E718-5FCA-C2A2E51C2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Indian Premier League (IPL) is one of the most popular T20 cricket tournaments in the world. </a:t>
            </a:r>
          </a:p>
          <a:p>
            <a:r>
              <a:rPr lang="en-US" sz="2600" dirty="0"/>
              <a:t>IPL generates large amounts of match and player performance data. </a:t>
            </a:r>
          </a:p>
          <a:p>
            <a:r>
              <a:rPr lang="en-US" sz="2600" dirty="0"/>
              <a:t>Data Analytics helps identify trends, patterns, and insights from this data. </a:t>
            </a:r>
          </a:p>
          <a:p>
            <a:r>
              <a:rPr lang="en-US" sz="2600" dirty="0"/>
              <a:t>This project analyzes IPL data from 2008 to 2024 using Python and Power BI. </a:t>
            </a:r>
          </a:p>
          <a:p>
            <a:pPr marL="0" indent="0">
              <a:buNone/>
            </a:pPr>
            <a:r>
              <a:rPr lang="en-US" sz="2600" b="1" dirty="0"/>
              <a:t>Purpose</a:t>
            </a:r>
          </a:p>
          <a:p>
            <a:r>
              <a:rPr lang="en-US" sz="2600" dirty="0"/>
              <a:t>To gain meaningful insights into team performance, player performance, venue statistics, and season-wise trends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21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BC20-5FC1-7967-4AB1-6DB33A8C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D7655-FB7C-4894-2313-97891B33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Project Objectives</a:t>
            </a:r>
          </a:p>
          <a:p>
            <a:r>
              <a:rPr lang="en-US" dirty="0"/>
              <a:t>Analyze IPL data from 2008 to 2024. </a:t>
            </a:r>
          </a:p>
          <a:p>
            <a:r>
              <a:rPr lang="en-US" dirty="0"/>
              <a:t>Identify the most successful teams. </a:t>
            </a:r>
          </a:p>
          <a:p>
            <a:r>
              <a:rPr lang="en-US" dirty="0"/>
              <a:t>Find top run scorers. </a:t>
            </a:r>
          </a:p>
          <a:p>
            <a:r>
              <a:rPr lang="en-US" dirty="0"/>
              <a:t>Find top wicket takers. </a:t>
            </a:r>
          </a:p>
          <a:p>
            <a:r>
              <a:rPr lang="en-US" dirty="0"/>
              <a:t>Analyze Player of the Match awards. </a:t>
            </a:r>
          </a:p>
          <a:p>
            <a:r>
              <a:rPr lang="en-US" dirty="0"/>
              <a:t>Study venue-wise match distribution. </a:t>
            </a:r>
          </a:p>
          <a:p>
            <a:r>
              <a:rPr lang="en-US" dirty="0"/>
              <a:t>Analyze season-wise runs and wickets. </a:t>
            </a:r>
          </a:p>
          <a:p>
            <a:r>
              <a:rPr lang="en-US" dirty="0"/>
              <a:t>Build an interactive Power BI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20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7E32-B359-53EB-5F70-8BBB386E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TOOLS &amp; TECHNOLOGIES USED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F53B62F-A9A9-7319-940D-B96ECB175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046004"/>
              </p:ext>
            </p:extLst>
          </p:nvPr>
        </p:nvGraphicFramePr>
        <p:xfrm>
          <a:off x="838200" y="2202426"/>
          <a:ext cx="10515600" cy="2656241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898331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62616344"/>
                    </a:ext>
                  </a:extLst>
                </a:gridCol>
              </a:tblGrid>
              <a:tr h="37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69421"/>
                  </a:ext>
                </a:extLst>
              </a:tr>
              <a:tr h="37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284849"/>
                  </a:ext>
                </a:extLst>
              </a:tr>
              <a:tr h="37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Manipulation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171986"/>
                  </a:ext>
                </a:extLst>
              </a:tr>
              <a:tr h="37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233182"/>
                  </a:ext>
                </a:extLst>
              </a:tr>
              <a:tr h="37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VS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02751"/>
                  </a:ext>
                </a:extLst>
              </a:tr>
              <a:tr h="37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495075"/>
                  </a:ext>
                </a:extLst>
              </a:tr>
              <a:tr h="37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CSV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3230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75C7DB-0870-DDEC-20C0-10EA26BCDDEB}"/>
              </a:ext>
            </a:extLst>
          </p:cNvPr>
          <p:cNvSpPr txBox="1"/>
          <p:nvPr/>
        </p:nvSpPr>
        <p:spPr>
          <a:xfrm>
            <a:off x="838200" y="1690688"/>
            <a:ext cx="1934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TOOLS USED:</a:t>
            </a:r>
            <a:endParaRPr lang="en-IN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4A3AC-AC7A-4074-6766-10ADACB999B3}"/>
              </a:ext>
            </a:extLst>
          </p:cNvPr>
          <p:cNvSpPr txBox="1"/>
          <p:nvPr/>
        </p:nvSpPr>
        <p:spPr>
          <a:xfrm>
            <a:off x="838200" y="5103674"/>
            <a:ext cx="81902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Python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Pandas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Matplotlib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12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23A3-7C79-69E7-7779-E2165ED8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-144873"/>
            <a:ext cx="10891684" cy="1651819"/>
          </a:xfrm>
        </p:spPr>
        <p:txBody>
          <a:bodyPr/>
          <a:lstStyle/>
          <a:p>
            <a:r>
              <a:rPr lang="en-IN" b="1" dirty="0">
                <a:solidFill>
                  <a:schemeClr val="accent2"/>
                </a:solidFill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4E8B1-47A1-1754-8468-C219E996C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327355"/>
            <a:ext cx="5633884" cy="48496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/>
              <a:t>Dataset Used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The project uses two IPL datasets. </a:t>
            </a:r>
          </a:p>
          <a:p>
            <a:pPr marL="0" indent="0">
              <a:buNone/>
            </a:pPr>
            <a:r>
              <a:rPr lang="en-IN" sz="2600" b="1" dirty="0"/>
              <a:t>Matches Dataset</a:t>
            </a:r>
          </a:p>
          <a:p>
            <a:pPr marL="0" indent="0">
              <a:buNone/>
            </a:pPr>
            <a:r>
              <a:rPr lang="en-IN" sz="2600" dirty="0"/>
              <a:t>Contains: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Match ID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Season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Teams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Venue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Toss Winner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Match Winner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/>
              <a:t>Player of Match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E8B1B-733C-1FD9-2014-61BD7FC38127}"/>
              </a:ext>
            </a:extLst>
          </p:cNvPr>
          <p:cNvSpPr txBox="1"/>
          <p:nvPr/>
        </p:nvSpPr>
        <p:spPr>
          <a:xfrm>
            <a:off x="6027174" y="1415845"/>
            <a:ext cx="58698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Deliveries Dataset</a:t>
            </a:r>
          </a:p>
          <a:p>
            <a:r>
              <a:rPr lang="en-IN" sz="2400" dirty="0"/>
              <a:t>Contains: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Batter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Bowler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Runs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Extras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Wickets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Dismissal Type</a:t>
            </a:r>
          </a:p>
          <a:p>
            <a:endParaRPr lang="en-IN" sz="2400" dirty="0"/>
          </a:p>
          <a:p>
            <a:r>
              <a:rPr lang="en-US" sz="2400" b="1" dirty="0"/>
              <a:t>Dataset Size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Matches Dataset: 1095 Records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Deliveries Dataset: 260,920 Records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058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8A63-F980-F343-8870-72D63D1F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6E2A1-CF8C-15BE-2F34-3C6925BFC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Data Preprocessing Steps</a:t>
            </a:r>
          </a:p>
          <a:p>
            <a:r>
              <a:rPr lang="en-IN" dirty="0"/>
              <a:t>Loaded datasets using Pandas. </a:t>
            </a:r>
          </a:p>
          <a:p>
            <a:r>
              <a:rPr lang="en-IN" dirty="0"/>
              <a:t>Checked dataset shape. </a:t>
            </a:r>
          </a:p>
          <a:p>
            <a:r>
              <a:rPr lang="en-IN" dirty="0"/>
              <a:t>Verified data types. </a:t>
            </a:r>
          </a:p>
          <a:p>
            <a:r>
              <a:rPr lang="en-IN" dirty="0"/>
              <a:t>Identified missing values. </a:t>
            </a:r>
          </a:p>
          <a:p>
            <a:r>
              <a:rPr lang="en-IN" dirty="0"/>
              <a:t>Checked duplicate records. </a:t>
            </a:r>
          </a:p>
          <a:p>
            <a:r>
              <a:rPr lang="en-IN" dirty="0"/>
              <a:t>Standardized team names. </a:t>
            </a:r>
          </a:p>
          <a:p>
            <a:r>
              <a:rPr lang="en-IN" dirty="0"/>
              <a:t>Standardized venue names. </a:t>
            </a:r>
          </a:p>
          <a:p>
            <a:r>
              <a:rPr lang="en-IN" dirty="0"/>
              <a:t>Prepared clean datasets for analysis.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Result</a:t>
            </a:r>
          </a:p>
          <a:p>
            <a:r>
              <a:rPr lang="en-IN" dirty="0"/>
              <a:t>Matches Duplicates = 0 </a:t>
            </a:r>
          </a:p>
          <a:p>
            <a:r>
              <a:rPr lang="en-IN" dirty="0"/>
              <a:t>Deliveries Duplicates = 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895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2DA8-2A7D-107B-4956-FFDD2FA0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FC5D3-0B26-97D8-CD18-473A2CF3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992"/>
            <a:ext cx="10515600" cy="49818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Analysis Performed</a:t>
            </a:r>
          </a:p>
          <a:p>
            <a:r>
              <a:rPr lang="en-US" sz="2400" dirty="0"/>
              <a:t>Team Wins Analysis </a:t>
            </a:r>
          </a:p>
          <a:p>
            <a:r>
              <a:rPr lang="en-US" sz="2400" dirty="0"/>
              <a:t>Top Run Scorers Analysis </a:t>
            </a:r>
          </a:p>
          <a:p>
            <a:r>
              <a:rPr lang="en-US" sz="2400" dirty="0"/>
              <a:t>Top Wicket Takers Analysis </a:t>
            </a:r>
          </a:p>
          <a:p>
            <a:r>
              <a:rPr lang="en-US" sz="2400" dirty="0"/>
              <a:t>Player of Match Analysis </a:t>
            </a:r>
          </a:p>
          <a:p>
            <a:r>
              <a:rPr lang="en-US" sz="2400" dirty="0"/>
              <a:t>Season-wise Runs Analysis </a:t>
            </a:r>
          </a:p>
          <a:p>
            <a:r>
              <a:rPr lang="en-US" sz="2400" dirty="0"/>
              <a:t>Season-wise Wickets Analysis </a:t>
            </a:r>
          </a:p>
          <a:p>
            <a:r>
              <a:rPr lang="en-US" sz="2400" dirty="0"/>
              <a:t>Venue Analysis </a:t>
            </a:r>
          </a:p>
          <a:p>
            <a:r>
              <a:rPr lang="en-US" sz="2400" dirty="0"/>
              <a:t>Team Scoring Analysis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Python Libraries Used</a:t>
            </a:r>
          </a:p>
          <a:p>
            <a:r>
              <a:rPr lang="en-US" dirty="0"/>
              <a:t>Pandas</a:t>
            </a:r>
          </a:p>
          <a:p>
            <a:r>
              <a:rPr lang="en-US" dirty="0"/>
              <a:t>Matplotlib</a:t>
            </a:r>
          </a:p>
          <a:p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09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7C36-1145-2B99-0C1F-3C5182A5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/>
                </a:solidFill>
              </a:rPr>
              <a:t>TEAM &amp; SEASON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68A4-31F9-79E8-406E-9BF48865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986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Team Wins Analysis</a:t>
            </a:r>
          </a:p>
          <a:p>
            <a:r>
              <a:rPr lang="en-IN" dirty="0"/>
              <a:t>Top Teams:</a:t>
            </a:r>
          </a:p>
          <a:p>
            <a:r>
              <a:rPr lang="en-IN" dirty="0"/>
              <a:t>Mumbai Indians </a:t>
            </a:r>
          </a:p>
          <a:p>
            <a:r>
              <a:rPr lang="en-IN" dirty="0"/>
              <a:t>Chennai Super Kings </a:t>
            </a:r>
          </a:p>
          <a:p>
            <a:r>
              <a:rPr lang="en-IN" dirty="0"/>
              <a:t>Kolkata Knight Riders </a:t>
            </a:r>
          </a:p>
          <a:p>
            <a:pPr marL="0" indent="0">
              <a:buNone/>
            </a:pPr>
            <a:r>
              <a:rPr lang="en-IN" b="1" dirty="0"/>
              <a:t>Season-wise Runs</a:t>
            </a:r>
          </a:p>
          <a:p>
            <a:r>
              <a:rPr lang="en-IN" dirty="0"/>
              <a:t>Highest Runs Season: 2024 </a:t>
            </a:r>
          </a:p>
          <a:p>
            <a:pPr marL="0" indent="0">
              <a:buNone/>
            </a:pPr>
            <a:r>
              <a:rPr lang="en-IN" b="1" dirty="0"/>
              <a:t>Season-wise Wickets</a:t>
            </a:r>
          </a:p>
          <a:p>
            <a:r>
              <a:rPr lang="en-IN" dirty="0"/>
              <a:t>Highest Wickets Season: 2023 </a:t>
            </a:r>
          </a:p>
          <a:p>
            <a:pPr marL="0" indent="0">
              <a:buNone/>
            </a:pPr>
            <a:r>
              <a:rPr lang="en-IN" b="1" dirty="0"/>
              <a:t>Observation</a:t>
            </a:r>
          </a:p>
          <a:p>
            <a:r>
              <a:rPr lang="en-IN" dirty="0"/>
              <a:t>Strong franchises consistently performed well across IPL seasons.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81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BBEC-B66F-37CB-A5C5-5B423760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</a:rPr>
              <a:t>PLAYER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9C3FF-EB30-6168-AFF9-1341FC3F9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40" y="2045111"/>
            <a:ext cx="4402394" cy="58010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4"/>
                </a:solidFill>
              </a:rPr>
              <a:t>Top Run Scorers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53AFD9-A516-3DEF-DA06-3877E68A1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788688"/>
              </p:ext>
            </p:extLst>
          </p:nvPr>
        </p:nvGraphicFramePr>
        <p:xfrm>
          <a:off x="484240" y="2841031"/>
          <a:ext cx="6162368" cy="1463040"/>
        </p:xfrm>
        <a:graphic>
          <a:graphicData uri="http://schemas.openxmlformats.org/drawingml/2006/table">
            <a:tbl>
              <a:tblPr/>
              <a:tblGrid>
                <a:gridCol w="3081184">
                  <a:extLst>
                    <a:ext uri="{9D8B030D-6E8A-4147-A177-3AD203B41FA5}">
                      <a16:colId xmlns:a16="http://schemas.microsoft.com/office/drawing/2014/main" val="1618783410"/>
                    </a:ext>
                  </a:extLst>
                </a:gridCol>
                <a:gridCol w="3081184">
                  <a:extLst>
                    <a:ext uri="{9D8B030D-6E8A-4147-A177-3AD203B41FA5}">
                      <a16:colId xmlns:a16="http://schemas.microsoft.com/office/drawing/2014/main" val="2139652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34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Virat Kohli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8014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1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Shikhar Dhawan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6769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140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Rohit Sharma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6630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4330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4DE30C-129C-1493-1D9F-6829CF8ABE3E}"/>
              </a:ext>
            </a:extLst>
          </p:cNvPr>
          <p:cNvSpPr txBox="1"/>
          <p:nvPr/>
        </p:nvSpPr>
        <p:spPr>
          <a:xfrm>
            <a:off x="7000569" y="1965830"/>
            <a:ext cx="3824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Top Wicket Takers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89AAC2-38A7-8D9F-D550-56CDDB9FD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210154"/>
              </p:ext>
            </p:extLst>
          </p:nvPr>
        </p:nvGraphicFramePr>
        <p:xfrm>
          <a:off x="7059563" y="2697480"/>
          <a:ext cx="4247534" cy="1463040"/>
        </p:xfrm>
        <a:graphic>
          <a:graphicData uri="http://schemas.openxmlformats.org/drawingml/2006/table">
            <a:tbl>
              <a:tblPr/>
              <a:tblGrid>
                <a:gridCol w="2123767">
                  <a:extLst>
                    <a:ext uri="{9D8B030D-6E8A-4147-A177-3AD203B41FA5}">
                      <a16:colId xmlns:a16="http://schemas.microsoft.com/office/drawing/2014/main" val="729774494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488105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763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YS Chahal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594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DJ Bravo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094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PP Chawla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63404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6D818B9-08CB-7D60-3316-4000702259C1}"/>
              </a:ext>
            </a:extLst>
          </p:cNvPr>
          <p:cNvSpPr txBox="1"/>
          <p:nvPr/>
        </p:nvSpPr>
        <p:spPr>
          <a:xfrm>
            <a:off x="484240" y="4660490"/>
            <a:ext cx="8246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</a:t>
            </a:r>
          </a:p>
          <a:p>
            <a:r>
              <a:rPr lang="en-US" dirty="0"/>
              <a:t>Virat Kohli is the highest run scorer, while YS Chahal is the leading wicket taker.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59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330D1-1F52-9DCD-D041-6D9F3303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VENUE &amp; AWARDS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25A7-4C63-B3DB-163D-39B710B1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2358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Top Venues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Eden Gardens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Wankhede Stadium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M Chinnaswamy Stadium</a:t>
            </a:r>
          </a:p>
          <a:p>
            <a:pPr marL="0" indent="0">
              <a:buNone/>
            </a:pPr>
            <a:r>
              <a:rPr lang="en-US" sz="2400" b="1" dirty="0"/>
              <a:t>Player of the Match Awards</a:t>
            </a:r>
          </a:p>
          <a:p>
            <a:pPr marL="0" indent="0">
              <a:buNone/>
            </a:pPr>
            <a:endParaRPr lang="en-IN" sz="2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EC3C5D-B91D-89EF-FBF0-70BD10433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967510"/>
              </p:ext>
            </p:extLst>
          </p:nvPr>
        </p:nvGraphicFramePr>
        <p:xfrm>
          <a:off x="838200" y="4146812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5096757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24504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7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 de Villiers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739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 Gayle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57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RG Sharma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2521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26971B-FFFA-2167-C872-9E77BE1914CD}"/>
              </a:ext>
            </a:extLst>
          </p:cNvPr>
          <p:cNvSpPr txBox="1"/>
          <p:nvPr/>
        </p:nvSpPr>
        <p:spPr>
          <a:xfrm>
            <a:off x="838200" y="5771535"/>
            <a:ext cx="8354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</a:t>
            </a:r>
          </a:p>
          <a:p>
            <a:r>
              <a:rPr lang="en-US" dirty="0"/>
              <a:t>AB de Villiers delivered the highest number of match-winning performances.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18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AE517-C789-2C8C-948D-18D53DC3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87A2-7A40-2783-8644-A8FDE5FC1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600" b="1" dirty="0"/>
              <a:t>Dashboard Features</a:t>
            </a:r>
          </a:p>
          <a:p>
            <a:pPr marL="0" indent="0">
              <a:buNone/>
            </a:pPr>
            <a:r>
              <a:rPr lang="en-IN" b="1" dirty="0"/>
              <a:t>Page 1: IPL Overview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Matches KPI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Runs KPI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Wickets KPI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Teams KPI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Team Wins Analysis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Season-wise Runs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Season-wise Wickets </a:t>
            </a:r>
          </a:p>
          <a:p>
            <a:pPr marL="0" indent="0">
              <a:buNone/>
            </a:pPr>
            <a:r>
              <a:rPr lang="en-IN" b="1" dirty="0"/>
              <a:t>Page 2: Player &amp; Venue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Top Batters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Top Bowlers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Player of Match Awards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Venue Analysis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Team Scoring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60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4F7EA-B201-9591-67BF-F4C3D308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B5717-D748-935F-7EDC-E2F276B01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46922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Successfully analyzed IPL data from 2008 to 2024.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Identified top teams, players, and venues.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Built visualizations using Python.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Developed an interactive Power BI dashboard.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Gained valuable insights into IPL performance trends. </a:t>
            </a:r>
          </a:p>
          <a:p>
            <a:pPr marL="0" indent="0">
              <a:buNone/>
            </a:pPr>
            <a:r>
              <a:rPr lang="en-US" b="1" dirty="0"/>
              <a:t>Future Scope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Match Winner Prediction using Machine Learning.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Player Performance Prediction.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Real-Time IPL Dashboard.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Team Performance Forecasting.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Advanced Sports Analytics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458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IPL Data Analysis Using Python and Power BI</vt:lpstr>
      <vt:lpstr>INTRODUCTION</vt:lpstr>
      <vt:lpstr>OBJECTIVES</vt:lpstr>
      <vt:lpstr>TOOLS &amp; TECHNOLOGIES USED</vt:lpstr>
      <vt:lpstr>DATASET DESCRIPTION</vt:lpstr>
      <vt:lpstr>DATA CLEANING &amp; PREPROCESSING</vt:lpstr>
      <vt:lpstr>EXPLORATORY DATA ANALYSIS (EDA)</vt:lpstr>
      <vt:lpstr>TEAM &amp; SEASON ANALYSIS</vt:lpstr>
      <vt:lpstr>PLAYER PERFORMANCE ANALYSIS</vt:lpstr>
      <vt:lpstr>VENUE &amp; AWARDS ANALYSIS</vt:lpstr>
      <vt:lpstr>POWER BI DASHBOARD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Akshaykumar Radapaka</dc:creator>
  <cp:lastModifiedBy>Akshaykumar Radapaka</cp:lastModifiedBy>
  <cp:revision>1</cp:revision>
  <dcterms:created xsi:type="dcterms:W3CDTF">2026-10-01T19:29:46Z</dcterms:created>
  <dcterms:modified xsi:type="dcterms:W3CDTF">2026-10-01T19:33:14Z</dcterms:modified>
</cp:coreProperties>
</file>